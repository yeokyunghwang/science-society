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 5장, 결과 7장, 해석·한계 2장.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거시 CP 분석에서 하나만 어긋났던 것이 출발점.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교집합. 사슬 전체가 같은 창 안에서 함께 유지되어야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후보집합을 그해 활성 개념으로 제한하는 것이 뒤의 지표 불일치 원인이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회의의 핵심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3단계의 합집합이 핵심. 교집합으로 하면 12개 엣지밖에 안 남아 연쇄를 만들 수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 PPMI는 흔한 개념과의 공출현을 눌러 프로필이 허브로 쏠리는 것을 막는다.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연쇄를 고정해도 결론이 바뀌지 않는다는 결과 ⑥이 이 주장을 지탱한다.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 개념 연쇄의 안정화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08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과학 논문과 뉴스, 1990–2023 · 시퀀스 perplexity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94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황여경 · notebook 05 · L = 20, K = 6·8, 코퍼스·길이당 2,000 시퀀스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왜 재는가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출발점</a:t>
            </a:r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거시 코어–주변부 네 지표 중 두 영역이 갈라진 것은 하나뿐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7568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</a:t>
            </a:r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지표가 네트워크 전체를 한 숫자로 뭉갠 탓 — 개념이 이어지는 방식을 직접 보면 다를 것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4261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</a:t>
            </a:r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한 해의 임베딩에게 개념 연쇄를 한 칸씩 물음 — “앞을 봤을 때 다음이 이것일 확률은?”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9544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안정화의 서명</a:t>
            </a:r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 확률이 매년 올라가다가 어느 시점부터 멈춤 = 떨어지다가 평평해지는 곡선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10911535" cy="47548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4197096"/>
            <a:ext cx="103994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— paper는 세 지표가 모두 2009년경을 가리키고, news는 지표마다 답이 달라 시점을 특정할 수 없다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46320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 불일치는 결측이 아니라 결과다. 원인은 결과 ③에서 특정한다.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①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 개념 연쇄 — 무엇을 시퀀스로 삼는가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연쇄  v₁ – v₂ – … – v_K  가 지속적이다  ⟺  K−1개 엣지가 모두 동시에 백본에 있는 연속 구간이 L년 이상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교집합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각 엣지의 최장 연속 구간을 교집합. 엣지가 각각 오래간 것으로는 부족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22576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반례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robot–control 1990–2010, control–power 2005–2023 → 둘 다 20년 초과지만 겹침 6년 → 탈락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90525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429000"/>
                <a:gridCol w="13716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disparity filter 백본  |E| = 3N + MST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지속 임계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1990–2023 (34년)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연쇄 길이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고정 29,312 개념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코퍼스·길이당 2,000개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4572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지속 엣지만 남긴 그래프 위 랜덤워크로 단순경로 생성 → 위 조건을 만족하는 것만 채택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974336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고정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L과 K는 결과를 보기 전에 정함. 길이 민감도는 결과 ⑤에서 별도 확인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1081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— results/tables/{news,paper}_edge_persistence.csv.gz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②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임베딩에서 확률을 만든다 — 재학습 없이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기존 LexicalDySAT 임베딩 [34 연도 × 29,312 개념 × 32 차원], 그대로 사용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전제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시간축 attention에 causal mask — 연도 t의 표현은 t 이전만 참조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0911535" cy="166420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9572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문맥      c_k  =  Σ_{i≤k}  w_i · z_{v_i , t}          w_i ∝ λ^(k−i),   λ = 0.5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6148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점수      s(u)  =  c_k · z_{u , t}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확률      p_t(v_{k+1} | v_1…v_k)  =  softmax_u  s(u)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11296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내적은 모형 학습에 실제로 쓰인 연산 · 후보는 그해 활성 개념 전체, 지나온 노드 제외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1480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perplexity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조건이 앞선 개념들로만 구성 → 연쇄법칙 성립. BERT식 pseudo-perplexity가 아님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35424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무방향 네트워크 → 정방향·역방향 각각 계산 후 기하평균. 한 방향만 쓰면 시작점 선택이 결과에 남음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5604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감쇠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λ = 0.5 — 사슬에서 가까운 개념에 더 큰 가중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③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지표를 병기하고, 두 구간은 해석하지 않는다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9052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 −(1/(K−1)) Σ log p 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스텝당 몇 지선다만큼 헷갈렸나 · 확률 눈금에 의존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진짜 다음 개념이 후보 중 몇 등인가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서열만 사용 · 눈금 보정에 영향 없음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정규화 순위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순위 ÷ 그해 활성 개념 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후보집합 크기를 나눠 코퍼스 간 비교를 시도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3063240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병기하는 이유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세 지표가 서로 맞으면 결론이 정규화 선택에 의존하지 않는다는 뜻 — 결과 ③에서 이 검사가 갈린다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11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해석에서 제외하는 구간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97764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1990–1992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causal mask 때문에 초기 연도는 참조할 과거가 거의 없음 → 모형 warm-up. 대조군에서 실재·비실재 엣지 양쪽에 같은 급락이 나타나 확인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4456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&lt; 1998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1998년에 활성 개념 2,606 → 4,348 급증. 개념 구조가 아니라 코퍼스 수집 범위의 변화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081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그림에서 1990–92는 회색 음영, news 1998은 점선.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①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 구조 자체가 비대칭이다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309360" cy="2459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895344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지속 임계 L별 잔존 백본 엣지 수   (b) 랜덤워크가 길이 K의 지속 연쇄를 만들 확률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09728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임계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3246120"/>
          <a:ext cx="4023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길이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수율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수율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640080" y="448056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많이·더 오래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임계를 높일수록 격차가 10.7배 → 59.3배. news에 장기 지속 구조가 희박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504748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형태도 다름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L=20 지속망에서 news는 863개 개념 중 automation 하나가 774개(90%)와 연결된 별 모양이고 연결선수 중앙값 1, paper는 4,379개 개념에 중앙값 3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②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영역 모두 떨어지다가 평평해진다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766560" cy="20848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52044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시퀀스 2,000개의 연도별 중앙값 · 실선 K=6, 파선 K=8 · 로그 축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67665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051560"/>
                <a:gridCol w="822960"/>
                <a:gridCol w="1005840"/>
                <a:gridCol w="1234440"/>
                <a:gridCol w="91440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순위%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순위%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18120" y="1463040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법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곡선의 높이가 아니라 기울기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7818120" y="2176272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불가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절대 수준은 비교 대상이 아님 — 후보집합 크기가 다름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7818120" y="2889504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 개념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news 2,260–7,560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12,577–18,111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361188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다음 장에서 세 지표의 기울기가 서로 맞는지를 본다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③  핵심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논문은 세 지표가 일치하고, 뉴스는 갈라진다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394960" cy="24414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877056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기울기 %/년 · 전기·후기 경계 2008년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news는 1998년 이후, paper는 1993년 이후만 사용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17320"/>
          <a:ext cx="5148072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960120"/>
                <a:gridCol w="96012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평탄화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 Perplexity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 순위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 정규화 순위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 Perplexity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 순위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 정규화 순위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" y="457200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 −0.64 / −0.31 / −0.58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세 지표가 모두 0 근처에서 일치 → 어떤 정규화를 택하든 같은 답. 2009년경 이후 움직이지 않음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13892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 −0.10 / −1.29 / −3.51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35배 불일치 → 안정화 시점을 이 자료로 특정할 수 없음. 결측이 아니라 결과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③ 계속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불일치의 원인 — 후보집합이 자라는 속도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5852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4630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활성 개념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2834640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후보가 늘면 확률이 더 많은 후보에 나뉘어 희석 → 기계적으로 올라감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10128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순위</a:t>
            </a:r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분모(활성 개념 수)가 커짐 → 기계적으로 내려감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85616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귀결</a:t>
            </a:r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두 편향이 서로 반대 방향 → 후보가 빠르게 자라는 news에서만 지표가 갈라짐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10911535" cy="47548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4517136"/>
            <a:ext cx="103994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paper는 후보가 거의 늘지 않아 이 문제가 생기지 않는다 — 그래서 세 지표가 맞는다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166360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남는 과제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후보집합이 코퍼스별로 다른 속도로 자라는 한, 한 지표만으로 두 영역의 안정화 속도를 직접 비교할 수 없음 → 마지막 장 한계 1번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④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연쇄는 서로 붙어 있고, 뉴스 연쇄는 벌어진다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309360" cy="2459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895344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시퀀스 간 산포 = 순위의 사분위범위 ÷ 중앙값   (b) 순위의 연간 변화폭 |Δ log rank|, 3년 이동평균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/ 중앙값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743200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00584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이동량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1999–2008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2009–2023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7.73 %/년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1.44 %/년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1.46 %/년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0.64 %/년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640080" y="448056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산포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paper는 1.13에서 13년간 고정, news는 0.79 → 1.29로 계속 확대 — news 지속 연쇄들이 서로 다른 처지가 됨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504748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도달 수준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평탄화 배수는 news가 크지만(5.4× 대 2.3×) 전기 이동량이 5배 컸던 탓. 후기에도 news가 paper보다 2.3배 더 움직임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⑤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시퀀스 · 길이는 결론을 바꾸지 않는다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754880" cy="30815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51713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개의 대표 연쇄를 연도별 순위로 추적. 세로축 로그.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17320"/>
          <a:ext cx="5788152" cy="914400"/>
        </p:xfrm>
        <a:graphic>
          <a:graphicData uri="http://schemas.openxmlformats.org/drawingml/2006/table">
            <a:tbl>
              <a:tblPr/>
              <a:tblGrid>
                <a:gridCol w="603504"/>
                <a:gridCol w="566928"/>
                <a:gridCol w="548640"/>
                <a:gridCol w="4069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executive officers → automation → executives → information systems → internet → software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collaboration → alliances → financial services → acquisitions &amp; mergers → software industry → software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(lock) → work (physics) → gene → space (punctuation) → property (philosophy) → pattern recognition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(knowledge bases) → key (lock) → hierarchy → order (exchange) → process (computing) → java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760720" y="3337560"/>
            <a:ext cx="5788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2023년 순위가 가장 낮은 것 = 가장 굳은 연쇄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3941064"/>
            <a:ext cx="5788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주의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paper 연쇄는 key (lock), work (physics), space (punctuation) 같은 다의어가 지배 — 주제어 어휘 자체의 성질. 개별 연쇄를 질적으로 인용할 때 반드시 고지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5760720" y="4544568"/>
            <a:ext cx="5788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 민감도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K=6과 K=8의 연도별 순위 중앙값 차이 news 평균 1.3%(최대 3.7%), paper 1.6%(최대 4.3%) — 결론은 길이 선택에 무관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④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연쇄를 어떻게 뽑았나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필요한가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두 영역이 서로 다른 연쇄를 가지면 궤적 차이가 “연쇄가 달라서”인지 “영역이 달라서”인지 구분되지 않음 → 같은 사슬을 양쪽 모형에 물어 교란 제거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979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965960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 엣지 집합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231136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코퍼스에서 최장 연속 구간 ≥ 20년인 백본 엣지 — news 2,155 · paper 22,997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633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624328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개념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889504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집합의 끝점 교집합 = 양쪽 지속망에 모두 등장하는 개념 → 111개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1470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282696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풀 그래프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547872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 끝점이 모두 공통 개념인 엣지를 두 코퍼스에서 합집합 — 한쪽에서만 지속이어도 채택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68496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97306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3941064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 조건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420624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1990–2023 전 연도에 두 코퍼스 모두 활성인 개념만 남김 → 39개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631436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599432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랜덤워크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864608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그래프 위에서 길이 5, 노드 중복 없이. 방향 정규화 후 서로 다른 3,000개 (seed 7)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285232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28980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5257800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채점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5522976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3,000개를 news 모형·paper 모형에 각각 넣어 연도별 순위 산출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95160" y="1965960"/>
            <a:ext cx="4553712" cy="342900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69480" y="2157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결과적으로 드러난 제약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606040"/>
          <a:ext cx="4023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3,000개 연쇄의 실제 다양성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등장한 개념 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사용된 엣지 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포함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포함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둘 다 포함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둘 다 없음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7269480" y="44988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허브 둘(automation·software)과 위성 34개의 이중 별 구조 → 길이 5 연쇄는 구조상 위성–허브–위성–허브–위성. 서로 독립인 3,000개 표본이 아니다.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1081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제약은 결과 ①–⑤ 본 분석에 해당하지 않음 — 본 분석은 news 569개 개념·1,794 엣지, paper 2,003개 개념·7,910 엣지에 걸쳐 있다.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⑥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연쇄를 고정해도 결론이 바뀌지 않는다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47548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453896"/>
            <a:ext cx="103994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 모두에서 20년 이상 지속된 엣지는 12개뿐이고, 그중 11개가 software 를 한쪽 끝으로 갖는다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층위의 decoupling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공유 어휘가 111개인데도 그 사이의 지속 관계는 거의 성립하지 않음 — 궤적을 비교하기 전에 이미 나오는 결과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14600"/>
            <a:ext cx="5852160" cy="22494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4632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공통 연쇄의 중앙값 궤적과 사분위 범위   (b) 2023년에 각 연쇄가 어느 영역에서 더 굳었는지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560320"/>
          <a:ext cx="464515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후기 2009–2023 기울기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원순위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정규화 순위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+0.29 %/년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−1.93 %/년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−0.32 %/년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−0.59 %/년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903720" y="3749040"/>
            <a:ext cx="4645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연쇄를 고정했는데도 결과 ③의 지표 불일치가 그대로 나타남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903720" y="4407408"/>
            <a:ext cx="4645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불일치의 원인은 “두 영역이 서로 다른 연쇄를 갖기 때문”이 아니라 news 후보집합이 계속 자란다는 사실 자체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903720" y="5065776"/>
            <a:ext cx="4645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제한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3,000개는 독립 표본이 아님 → Figure의 사분위 범위·산점도를 분포로 읽지 말 것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⑤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의미가 대응하는 연쇄를 어떻게 뽑았나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필요한가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방법 ④는 어휘가 같은 연쇄만 다뤄 software·automation 허브에 갇힘 → 워딩이 달라도 쓰이는 맥락이 같으면 같은 자리로 본다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979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965960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공간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231136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코퍼스에 모두 등장하는 개념 2,240개를 축으로 삼음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633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624328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프로필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889504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개념의 34년 합산 공출현 벡터 → PPMI(음수 절단) → L2 정규화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1470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282696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유사도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547872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프로필의 코사인. news 569 × paper 2,003 행렬, 중앙값 0.089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68496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97306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3941064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개념 처리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420624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개념은 유사도 1.0으로 고정 — 최대 유사이므로 순위 검정으로 걸러내면 안 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631436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599432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시퀀스 유사도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864608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여섯 자리 유사도의 기하평균 — 산술평균이면 1.0 한 자리가 나머지를 가림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285232"/>
            <a:ext cx="256032" cy="256032"/>
          </a:xfrm>
          <a:prstGeom prst="ellipse">
            <a:avLst/>
          </a:prstGeom>
          <a:solidFill>
            <a:srgbClr val="1A24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28980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5257800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 비교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5522976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2,000 × paper 2,000 = 400만 쌍. 정·역 중 큰 쪽, 중복 없이 상위 8쌍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95160" y="1965960"/>
            <a:ext cx="4553712" cy="2084832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69480" y="2157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얻어진 개념 대응의 예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606040"/>
          <a:ext cx="40233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828800"/>
                <a:gridCol w="1508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유사도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 therapies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criminal investigations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 enforcement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imaging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physicians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6995160" y="4251960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어휘 중복 없음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상위 8쌍 중 같은 개념을 포함하는 것은 1쌍뿐. 4자리 부분연쇄 전수 조사에서도 2자리 이상 겹치는 쌍은 6,923개 중 4개, 3자리 이상은 0개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1081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400만 쌍의 기하평균 유사도 — 중앙값 0.089, 최대 0.367.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⑦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어휘가 달라도 같은 자리를 차지하는 연쇄가 있다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035040" cy="31729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08576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상위 여섯 쌍 · 주황은 news 연쇄를 news 모형으로, 파랑은 paper 연쇄를 paper 모형으로 채점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17320"/>
          <a:ext cx="450799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593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7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연쇄 / paper 연쇄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4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교육·정보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collaboration → employees → information systems → colleges &amp; universities → education → students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→ work → unit → variety → literacy → class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→ drug stores → hospitals → health care industry → information technology → collaboration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 hierarchy process → delphi method → health care → medical prescription → perspective → enlightenment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38100" marB="381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040880" y="3200400"/>
            <a:ext cx="45079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자리 대응의 예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patients ~ disease 0.61, students ~ curriculum 0.53, physicians ~ medline 0.51, robotics ~ kinematics 0.34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7040880" y="3977640"/>
            <a:ext cx="45079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어휘 층위의 decoupling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같은 현상을 news는 hospitals·physicians·drug stores 로, paper는 health care·medical prescription 으로 씀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— 세 축 모두에서 갈라진다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층위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1874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1874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276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얼마나 많은 연쇄가 지속되나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258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 엣지 2,155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2258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22,997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17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얼마나 긴 연쇄가 가능한가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035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K=8 수율 10.2%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29.7%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94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831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멈추나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813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지표별 불일치 — 특정 불가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813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지표 일치 (2009년경)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과학 영역의 개념 연쇄는 더 많이 지속되고, 더 길게 이어지며, 특정 가능한 시점에 굳는다. 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영역은 지속 구조가 희박하고, 긴 연쇄가 드물며, 안정화 시점을 데이터가 지지하지 않는다.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321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거시 CP 지표에서 하나만 어긋나 보였던 두 영역이, 개념 연쇄 층위에서는 세 축 모두에서 갈라진다.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자료가 지지하지 않는 것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정규화 미해결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PP와 정규화 순위가 news에서 반대 방향 편향. 후보집합이 다른 속도로 자라는 한 한 지표로 두 영역의 안정화 속도를 직접 비교 불가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configuration model 기댓값으로 나누는 지표 병기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81928" y="14630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표본의 허브 편향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81928" y="1737360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랜덤워크는 연결선수가 큰 노드를 자주 지남. paper 허브는 다의어이므로 긴 연쇄일수록 어휘 중의성을 따라갈 위험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24688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연결선수 보정 표본으로 재검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9923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대조군 부재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73552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보고는 곡선의 절대 궤적. 실재하지 않는 연쇄 대비 비율로 보고해야 순위 하락이 연쇄의 성질인지 허브 효과인지 구별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050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matched control 대비 비율로 보고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299923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확률 눈금 미보정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3273552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임베딩이 양성 1 대 음성 1로 학습되어 softmax 미보정. 순위 지표는 무관하나 PP는 영향받음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0050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음성 비율 1,000으로 올려 재학습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53542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공통 연쇄 풀의 구조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809744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④의 3,000개는 개념 36·엣지 62 위의 이중 별. 독립 표본이 아니므로 분포로 읽지 말 것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4126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결과 ①–⑤에는 해당 없음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81928" y="453542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평탄화 시점 미추정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81928" y="4809744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2008/2009 경계는 서술적 분할. 데이터에서 추정하려면 추세를 귀무가설에 둔 별도 절차 필요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554126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경계 전수 열거 + 블록 부트스트랩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081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— notebooks/05_backbone_sequence_perplexity.ipynb · 산출물 — results/sequences/, results/tables/, results/figures/fig1–7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지속 개념 연쇄의 안정화</dc:title>
  <dc:subject>PptxGenJS Presentation</dc:subject>
  <dc:creator>황여경</dc:creator>
  <cp:lastModifiedBy>황여경</cp:lastModifiedBy>
  <cp:revision>1</cp:revision>
  <dcterms:created xsi:type="dcterms:W3CDTF">2026-08-30T14:08:03Z</dcterms:created>
  <dcterms:modified xsi:type="dcterms:W3CDTF">2026-08-30T14:08:03Z</dcterms:modified>
</cp:coreProperties>
</file>