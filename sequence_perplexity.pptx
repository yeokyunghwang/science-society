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 5장, 결과 6장, 해석·한계 2장. 앵커 설계가 이번 개정의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이전 버전의 ‘공통 풀 그래프’는 한쪽에만 있는 엣지를 합집합으로 넣어 실재하지 않는 연쇄를 만들었다 — 폐기하고 앵커 설계로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교집합. 사슬 전체가 같은 창 안에서 함께 유지되어야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후보집합을 그해 활성 개념으로 제한하는 것이 뒤의 지표 불일치 원인이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앵커 설계의 동기다.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이전 버전의 ‘공통 풀 그래프’(합집합)를 이 설계가 대체한다. 합집합에서는 한쪽에 실제로 없는 엣지를 걷게 되어 있었다.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목록이 전부 software 인 것을 먼저 말해야 뒤의 결과가 과대해석되지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교차는 정규화 순위 지표에서만. 절대 수준 비교는 여전히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앵커를 짝으로 쓰므로 앵커 간 수준 차이가 상쇄된다. 부호가 11/11로 같다는 사실이 CI보다 강한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크기와 방향을 분리해서 말하는 것이 중요하다.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질적 해석의 근거. 다의어 고지를 빠뜨리지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 분석(2,000 시퀀스) 기준. 앵커 분석과 독립적인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앵커 11/11 이 이 주장을 지탱한다.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94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 개념 연쇄의 안정화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과학 논문과 뉴스, 1990–2023 · 시퀀스 perplexity · 앵커 기반 대응 비교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3949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F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황여경 · notebook 05 · L = 20, K = 6·8 · 본 분석 코퍼스·길이당 2,000 시퀀스 · 앵커 분석 11 앵커 × 500 경로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왜 재는가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출발점</a:t>
            </a:r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거시 코어–주변부 네 지표 중 두 영역이 갈라진 것은 하나뿐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</a:t>
            </a:r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지표가 네트워크 전체를 한 숫자로 뭉갠 탓 — 개념이 이어지는 방식을 직접 보면 다를 것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</a:t>
            </a:r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한 해의 임베딩에게 개념 연쇄를 한 칸씩 물음 — “앞을 봤을 때 다음이 이것일 확률은?”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108960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안정화의 서명</a:t>
            </a:r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그 확률이 매년 올라가다가 어느 시점부터 멈춤 = 떨어지다가 평평해지는 곡선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0911535" cy="475488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3968496"/>
            <a:ext cx="103994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쟁점 — 두 영역이 서로 다른 연쇄를 걷는다면, 궤적 차이가 “영역 때문”인지 “연쇄 때문”인지 구분되지 않는다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57200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해법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양쪽 모두에서 20년 이상 지속된 엣지 하나(= 앵커)를 경로 한가운데 고정하고, 나머지 자리는 각 코퍼스가 자기 지속망에서 채우게 한다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38928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그러면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비교 대상이 “같은 관계를 지나는 두 영역의 실제 경로”가 되고, 앵커를 짝(pair)으로 쓴 검정이 가능해진다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①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 개념 연쇄 — 무엇을 시퀀스로 삼는가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연쇄  v₁ – v₂ – … – v_K  가 지속적이다  ⟺  K−1개 엣지가 모두 동시에 백본에 있는 연속 구간이 L년 이상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교집합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각 엣지의 최장 연속 구간을 교집합. 엣지가 각각 오래간 것으로는 부족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22576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반례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robot–control 1990–2010, control–power 2005–2023 → 둘 다 20년 초과지만 겹침 6년 → 탈락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114800"/>
                <a:gridCol w="1463040"/>
                <a:gridCol w="4236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입력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disparity filter 백본  |E| = 3N + MST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지속 임계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 (34년)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연쇄 길이 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6, 8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고정 29,312 개념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표본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코퍼스·길이당 2,000개 (본 분석)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572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추출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지속 엣지만 남긴 그래프 위 랜덤워크로 단순경로 생성 → 위 조건을 만족하는 것만 채택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974336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고정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L과 K는 결과를 보기 전에 정함. 길이 민감도는 K=6·8 병기로 확인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10819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 — results/tables/{news,paper}_edge_persistence.csv.gz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②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임베딩에서 확률을 만든다 — 재학습 없이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기존 LexicalDySAT 임베딩 [34 연도 × 29,312 개념 × 32 차원], 그대로 사용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전제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시간축 attention에 causal mask — 연도 t의 표현은 t 이전만 참조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0911535" cy="153619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9572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문맥      c_k  =  Σ_{i≤k}  w_i · z_{v_i , t}          w_i ∝ λ^(k−i),   λ = 0.5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6148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점수      s(u)  =  c_k · z_{u , t}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12724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4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확률      p_t(v_{k+1} | v_1…v_k)  =  softmax_u  s(u)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474720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내적은 모형 학습에 실제로 쓰인 연산 · 후보는 그해 활성 개념 전체, 지나온 노드 제외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02336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perplexity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조건이 앞선 개념들로만 구성 → 연쇄법칙 성립. BERT식 pseudo-perplexity가 아님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443984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무방향 네트워크 → 정방향·역방향 각각 계산 후 기하평균. 한 방향만 쓰면 시작점 선택이 결과에 남음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86460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감쇠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λ = 0.5 — 사슬에서 가까운 개념에 더 큰 가중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③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지표를 병기하고, 초기 3년은 해석하지 않는다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91153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291840"/>
                <a:gridCol w="59280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성격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exp( −(1/(K−1)) Σ log p 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스텝당 몇 지선다만큼 헷갈렸나 · 확률 눈금에 의존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진짜 다음 개념이 후보 중 몇 등인가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서열만 사용 · 눈금 보정에 영향 없음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정규화 순위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순위 ÷ 그해 활성 개념 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후보집합 크기를 나눠 코퍼스 간 비교를 시도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06324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병기하는 이유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세 지표가 서로 맞으면 결론이 정규화 선택에 의존하지 않는다는 뜻 — 결과 ③에서 이 검사가 갈린다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483864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코퍼스 간 수준 비교 불가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후보집합 크기가 다름 — news 1,538–7,560개, paper 12,577–18,200개. 읽어야 할 것은 곡선의 높이가 아니라 기울기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977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해석에서 제외하는 구간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34340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1990–1992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causal mask 때문에 초기 연도는 참조할 과거가 거의 없음 → 모형 warm-up. 대조군에서 실재·비실재 엣지 양쪽에 같은 급락이 나타나 확인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910328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기울기 산정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전기·후기 경계는 2008/2009. 후기 기울기는 2009–2023 로그 회귀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①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 구조 자체가 비대칭이다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309360" cy="24597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895344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지속 임계 L별 잔존 백본 엣지 수   (b) 랜덤워크가 길이 K의 지속 연쇄를 만들 확률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05840"/>
                <a:gridCol w="109728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임계 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59.3×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3246120"/>
          <a:ext cx="4023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길이 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수율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수율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640080" y="448056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 많이·더 오래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임계를 높일수록 격차가 10.7배 → 59.3배. news에 장기 지속 구조가 희박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5047488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형태도 다름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L=20 지속망에서 news는 863개 개념 중 automation 하나가 774개(90%)와 연결된 별 모양, 연결선수 중앙값 1. paper는 4,379개 개념에 중앙값 3으로 고르게 얽힘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②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영역 모두 떨어지다가 평평해진다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766560" cy="20848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52044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시퀀스 2,000개의 연도별 중앙값 · 실선 K=6, 파선 K=8 · 로그 축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77640"/>
          <a:ext cx="67665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051560"/>
                <a:gridCol w="822960"/>
                <a:gridCol w="1005840"/>
                <a:gridCol w="1234440"/>
                <a:gridCol w="914400"/>
                <a:gridCol w="960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PP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순위%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PP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순위%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18120" y="1463040"/>
            <a:ext cx="37307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읽는 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곡선의 높이가 아니라 기울기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7818120" y="2514600"/>
            <a:ext cx="37307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절대 수준은</a:t>
            </a:r>
            <a:endParaRPr lang="en-US" sz="1250" dirty="0"/>
          </a:p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불가</a:t>
            </a:r>
            <a:endParaRPr lang="en-US" sz="1250" dirty="0"/>
          </a:p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후보집합 크기가 다름</a:t>
            </a:r>
            <a:endParaRPr lang="en-US" sz="1250" dirty="0"/>
          </a:p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1,538–7,560</a:t>
            </a:r>
            <a:endParaRPr lang="en-US" sz="1250" dirty="0"/>
          </a:p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12,577–18,200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3703320"/>
            <a:ext cx="3730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</a:t>
            </a:r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이 연쇄들은 두 코퍼스가 각각 다른 경로 — 다음 장의 지표 불일치를 이것만으로는 해석할 수 없음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③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지표가 news에서만 갈라진다 — 원인은 후보집합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5943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37160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 기울기 (%/년)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전기 ~2008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후기 2009–2023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평탄화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  Perplexity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  순위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  정규화 순위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  Perplexity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27.8×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  순위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  정규화 순위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417320"/>
          <a:ext cx="45994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51560"/>
                <a:gridCol w="1033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활성 개념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증가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18,111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2743200"/>
            <a:ext cx="4599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후보가 늘면 확률이 더 많은 후보에 나뉘어 희석 → 기계적으로 올라감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6949440" y="3310128"/>
            <a:ext cx="4599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정규화 순위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분모(활성 개념 수)가 커짐 → 기계적으로 내려감</a:t>
            </a:r>
            <a:endParaRPr lang="en-US" sz="1150" dirty="0"/>
          </a:p>
        </p:txBody>
      </p:sp>
      <p:sp>
        <p:nvSpPr>
          <p:cNvPr id="8" name="Text 4"/>
          <p:cNvSpPr txBox="1"/>
          <p:nvPr/>
        </p:nvSpPr>
        <p:spPr>
          <a:xfrm>
            <a:off x="6949440" y="3877056"/>
            <a:ext cx="4599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귀결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두 편향이 서로 반대 방향 → 후보가 빠르게 자라는 news에서만 지표가 갈라짐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4443984"/>
            <a:ext cx="45994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후보가 거의 늘지 않아 이 문제가 생기지 않음 → 세 지표가 −0.64 / −0.31 / −0.58 로 일치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5943600" cy="475488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96112" y="4059936"/>
            <a:ext cx="5431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남는 질문 — 이 불일치가 “두 영역이 서로 다른 연쇄를 걷기 때문”일 가능성. 앵커 설계로 검사한다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663440"/>
            <a:ext cx="5943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원순위(rank)는 정규화가 필요 없는 지표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그 지표에서도 news −1.29 대 paper −0.31 로 news가 4배 더 움직임 — 다만 연쇄가 다르므로 아직 결론 불가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610819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전기 시작점 — news 1998, paper 1993 (그 이전은 활성 개념 수 급변 구간).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④  핵심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— 같은 관계를 지나는 두 영역의 실제 경로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원칙</a:t>
            </a:r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관계 하나(엣지)만 공유시키고 나머지는 각 코퍼스가 자기 지속망에서 채운다 — 실재하지 않는 엣지를 만들지 않는다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39112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043684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2011680"/>
            <a:ext cx="5559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정의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2249424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코퍼스 모두에서 최장 연속 구간 ≥ 20년인 백본 엣지 → 12개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42616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647188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615184"/>
            <a:ext cx="5559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위치 고정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2852928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앵커를 경로 한가운데.  K=6 → · · A B · ·      K=8 → · · · A B · · ·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250692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3218688"/>
            <a:ext cx="5559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양방향 확장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456432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양옆으로 K//2−1칸씩. 각 코퍼스는 자기 지속 그래프의 이웃만 사용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849624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854196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3822192"/>
            <a:ext cx="5559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구간 조건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4059936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칸 뻗을 때마다 지속 구간 교집합을 갱신하고 ≥ L년인 이웃 중에서만 고름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453128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44577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425696"/>
            <a:ext cx="5559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표본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6634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· 코퍼스 · K 당 서로 다른 경로 500개 (seed = 100 + 앵커 번호)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056632"/>
            <a:ext cx="256032" cy="256032"/>
          </a:xfrm>
          <a:prstGeom prst="ellipse">
            <a:avLst/>
          </a:prstGeom>
          <a:solidFill>
            <a:srgbClr val="1A243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5061204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029200"/>
            <a:ext cx="5559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수율 검사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5266944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11/12 앵커가 양쪽에서 500/500. 제외 1건은 아래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086600" y="2011680"/>
            <a:ext cx="4462272" cy="14173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60920" y="21762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제외된 앵커 1개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487168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imaging – tomography — news 지속망에서 tomography 의 연결선수가 1이고 그 유일한 이웃이 앵커 자신. 가운데 고정 경로를 만들 수 없어 양쪽에서 함께 제외 (paper는 500/500 가능하나 짝이 없으므로 사용 안 함).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3657600"/>
            <a:ext cx="4462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 신뢰구간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3977640"/>
            <a:ext cx="4462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앵커 안에서 500개 경로를 평균 → 앵커·연도 값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7086600" y="4526280"/>
            <a:ext cx="4462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앵커를 표본 단위로 평균·SD·95% CI (t분포, df = 10)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086600" y="5074920"/>
            <a:ext cx="4462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이유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같은 앵커를 공유하는 경로는 독립이 아님. 경로를 표본으로 세면 CI가 가짜로 좁아짐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10819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 — results/sequences/anchor_{all,per_anchor,summary,slopes,examples}.csv · anchor_seqs_{src}_K{6,8}.npz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④ 계속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12개 — 그리고 그 목록 자체가 결과다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88036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앵커 엣지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지속 구간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지속 구간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수율 (news / paper)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–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–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–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1997–2023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processing –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–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1991–2023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imaging –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1997–2019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imaging – tomography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1993–2023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500   → 제외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management –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1995–2023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systems design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usability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1994–2023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user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1992–2023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visualization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1990–2023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/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503920" y="1417320"/>
            <a:ext cx="304495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 층위의 decoupling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두 지속망이 공유하는 개념은 111개인데, 그 사이에서 양쪽 모두 20년 이상 지속되는 관계는 12개뿐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651760"/>
            <a:ext cx="304495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허브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쓸 수 있는 앵커 11개가 모두 software 를 한쪽 끝으로 가짐. 두 영역이 공유하는 지속 관계는 사실상 한 허브의 이웃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3886200"/>
            <a:ext cx="304495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앵커 결과는 “두 영역의 공통 지속 관계 전체”에 대한 결과이지, 임의 주제로 일반화되는 결과가 아님 → 한계 2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10819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20 · 지속 구간은 각 코퍼스 백본에서의 최장 연속 구간.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④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관계를 고정하면 — 뉴스는 계속 내려가고, 논문은 멈춘다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858000" cy="191109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346704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K=6 · 선은 앵커 11개의 평균, 띠는 앵커 수준 95% CI · 로그 축 · 1990–92는 warm-up (해석 제외)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840480"/>
          <a:ext cx="6858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56032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정규화 순위 (%)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평균 [95% CI]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평균 [95% CI]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20.11  [17.79, 22.42]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9.17  [7.33, 11.01]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  [3.52, 5.09]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  [2.53, 3.82]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2.71  [2.20, 3.23]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  [1.71, 2.67]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2.27  [1.79, 2.75]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  [1.67, 2.61]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  [1.60, 2.28]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2.12  [1.63, 2.60]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1.78  [1.49, 2.06]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  [1.61, 2.57]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18120" y="1463040"/>
            <a:ext cx="37307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출발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1990년 news 20.1% 대 paper 9.2% — 뉴스 연쇄가 훨씬 흩어진 상태에서 시작</a:t>
            </a:r>
            <a:endParaRPr lang="en-US" sz="1150" dirty="0"/>
          </a:p>
        </p:txBody>
      </p:sp>
      <p:sp>
        <p:nvSpPr>
          <p:cNvPr id="8" name="Text 4"/>
          <p:cNvSpPr txBox="1"/>
          <p:nvPr/>
        </p:nvSpPr>
        <p:spPr>
          <a:xfrm>
            <a:off x="7818120" y="2176272"/>
            <a:ext cx="37307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교차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2016년경 두 곡선이 만나고 이후 역전. 2023년 news 1.78% &lt; paper 2.09%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7818120" y="2889504"/>
            <a:ext cx="37307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정지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paper는 2010년 2.19% → 2023년 2.09%, 13년간 사실상 변화 없음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3602736"/>
            <a:ext cx="37307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news는 같은 기간 2.71% → 1.78%, 계속 굳는 중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610819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1990년 n=10, 1991년 n=4 — 그해 앵커가 아직 활성이 아닌 경우가 있어 앵커 수가 줄어든다. 1992년 이후는 11개 전부.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⑤  핵심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11개 전부에서 같은 방향 — 우연이 아니다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5852160" cy="3493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91947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앵커마다 한 칸 · 선은 그 앵커 500개 경로의 평균, 띠는 경로 간 사분위 범위 · 세로축 정규화 순위(%) 로그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417320"/>
          <a:ext cx="4645152" cy="914400"/>
        </p:xfrm>
        <a:graphic>
          <a:graphicData uri="http://schemas.openxmlformats.org/drawingml/2006/table">
            <a:tbl>
              <a:tblPr/>
              <a:tblGrid>
                <a:gridCol w="2267712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후기 기울기 2009–2023 (%/년)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  Perplexity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+0.20 ± 0.27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−0.33 ± 0.40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  순위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−0.66 ± 0.48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 ± 0.33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  정규화 순위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−2.88 ± 0.48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 ± 0.33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K=8   정규화 순위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−3.13 ± 0.42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−0.51 ± 0.24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903720" y="27889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11개의 평균 ± 95% CI (t, df=10)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3035808"/>
          <a:ext cx="4645152" cy="914400"/>
        </p:xfrm>
        <a:graphic>
          <a:graphicData uri="http://schemas.openxmlformats.org/drawingml/2006/table">
            <a:tbl>
              <a:tblPr/>
              <a:tblGrid>
                <a:gridCol w="2267712"/>
                <a:gridCol w="822960"/>
                <a:gridCol w="8229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앵커별 정규화 순위 기울기 (K=6)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medical imaging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systems design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management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processing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user interface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visualization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collection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– software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usability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40080" y="5532120"/>
            <a:ext cx="10911535" cy="475488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896112" y="5614416"/>
            <a:ext cx="103994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대응표본 검정 — news − paper = −2.38 %/년  [−2.82, −1.95],  11/11 앵커,  t(10) = −12.2,  p &lt; 0.0001   (K=8: −2.62 [−3.05, −2.18])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⑤ 계속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관계를 고정해도 지표 불일치는 남는다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1188720"/>
                <a:gridCol w="1371600"/>
                <a:gridCol w="1188720"/>
                <a:gridCol w="2681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− paper 차 (대응표본)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K=6 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K=8 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부호 일치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순위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정규화 순위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/ 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274320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읽는 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PP는 news가 더 “나빠지는” 쪽(+), 순위 지표는 news가 더 “좋아지는” 쪽(−) — 방향이 반대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310128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의미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결과 ③의 불일치가 연쇄를 고정한 뒤에도 그대로 남음 → 원인은 “두 영역이 다른 연쇄를 걷기 때문”이 아니라 news 후보집합이 계속 자란다는 사실 자체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3931920"/>
            <a:ext cx="10911535" cy="475488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4014216"/>
            <a:ext cx="103994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방법 ④가 답한 것 — 연쇄 차이는 배제되었다. 남은 것은 후보집합 정규화 문제 하나뿐이다 (→ 한계 1)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617720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보수적인 읽기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정규화가 필요 없는 원순위에서도 news 가 paper 보다 후기에 더 움직인다 (K=6 p = 0.048, K=8 p = 0.007). 즉 “뉴스 연쇄가 아직 굳는 중”은 정규화 선택에 기대지 않는 결론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276088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정규화 순위의 −2.38 %/년이라는 크기 자체는 후보집합 증가분(news +25.9%, paper +4.1%)을 포함하므로 크기를 그대로 인용하면 안 됨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⑥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관계, 다른 어휘 — 경로 예시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선정</a:t>
            </a:r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앵커·코퍼스별로 2023년 정규화 순위가 가장 낮은(= 가장 굳은) 경로. 가운데 두 자리는 설계상 항상 앵커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11535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868680"/>
                <a:gridCol w="3200400"/>
                <a:gridCol w="2148840"/>
                <a:gridCol w="412668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순위%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앞 두 자리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앵커 (고정)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뒤 두 자리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alliances → advisors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automation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chief executive officers → information systems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(mathematics) → cluster analysis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automation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(biology) → point (geometry)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 → internet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medical imaging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→ wireless networks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(biology) → focus (optics)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medical imaging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 → pattern recognition (psychology)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industry → executives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visualization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→ trademarks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 (computer-aided design) → function (biology)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visualization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(physics) → image (mathematics)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 → financial services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interoperability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alliances → research &amp; development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identification (biology) → object (grammar)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– interoperability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(networking) → set (abstract data type)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4023360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의 나머지 자리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alliances, advisors, chief executive officers, acquisitions &amp; mergers, customer services, executives — 기업·경영 담론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49884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의 나머지 자리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image (mathematics), function (biology), point (geometry), cluster analysis, pattern recognition — 추상적 방법 어휘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974336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어휘 층위의 decoupling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관계는 공유하는데 그 관계를 둘러싸는 어휘가 갈린다. 구조(방법 ④-b)와 어휘(여기) 두 층위에서 같은 분리가 나타남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49824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주의</a:t>
            </a:r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paper 쪽 이웃은 WoS 주제어의 다의어(point, function, image, class, key)가 지배 — 어휘 자체의 성질이므로 질적 인용 시 반드시 고지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10819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11개 앵커 × 코퍼스별 2개 = 44개 경로 — results/sequences/anchor_examples.csv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⑦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논문 연쇄는 서로 붙어 있고, 뉴스 연쇄는 벌어진다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6309360" cy="24597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3895344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시퀀스 간 산포 = 순위의 사분위범위 ÷ 중앙값   (b) 순위의 연간 변화폭 |Δ log rank|, 3년 이동평균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IQR / 중앙값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2743200"/>
          <a:ext cx="4023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05840"/>
                <a:gridCol w="100584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연간 이동량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1999–2008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2009–2023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78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24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7.73 %/년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1.43 %/년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1.46 %/년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0.65 %/년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101600" marT="38100" marB="381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640080" y="4480560"/>
            <a:ext cx="10911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산포</a:t>
            </a:r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paper는 1.13에서 13년간 고정, news는 0.79 → 1.29로 계속 확대 — news 지속 연쇄들이 서로 다른 처지가 됨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5010912"/>
            <a:ext cx="10911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도달 수준</a:t>
            </a:r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평탄화 배수는 news가 크지만(5.4× 대 2.2×) 전기 이동량이 5배 컸던 탓. 후기에도 news가 paper보다 2.2배 더 움직임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5541264"/>
            <a:ext cx="10911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앵커 결과와 일치</a:t>
            </a:r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결과 ⑤의 “news는 아직 굳는 중, paper는 멈춤”을 산포·이동량 쪽에서도 같은 방향으로 확인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해석 — 다섯 층위 모두에서 갈라진다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층위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5486400" y="1783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1783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214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1579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얼마나 많은 관계가 지속되나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 엣지 2,155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12480" y="21396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22,997  (10.7×)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77977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형태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816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얼마나 긴 연쇄가 가능한가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7980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K=8 수율 10.2%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0" y="27980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29.7%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4381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474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영역이 공유하는 지속 관계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564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12개 · 11개가 software 이웃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4564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0965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어휘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4133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관계를 둘러싸는 나머지 자리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0" y="4114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기업·경영 담론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추상적 방법 어휘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75488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874520" y="4791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 멈추나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4773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굳는 중  −2.88 %/년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47731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2010년경 멈춤  −0.49 %/년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504688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과학 영역의 개념 연쇄는 더 많이 지속되고, 더 길게 이어지며, 2010년경 이미 굳었다.  뉴스 영역은 지속 구조가 희박하고 긴 연쇄가 드물지만, 같은 관계를 지나는 경로만 놓고 보면 아직 굳는 중이다.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163056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B9B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거시 CP 지표에서 하나만 어긋나 보였던 두 영역이, 개념 연쇄 층위에서는 다섯 축 모두에서 갈라진다.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2062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40" kern="0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자료가 지지하지 않는 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정규화 미해결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PP와 정규화 순위가 news에서 반대 방향 편향. 후보집합이 다른 속도로 자라는 한 기울기의 크기를 두 영역 간에 직접 비교 불가 (방향은 원순위로 확인됨)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configuration model 기댓값으로 나누는 지표 병기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281928" y="146304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앵커가 software 허브에 갇힘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81928" y="1737360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쓸 수 있는 앵커 11개가 모두 software 이웃. 공통 지속 관계가 12개뿐이라 구조적으로 불가피하나, 결과를 다른 주제 영역으로 일반화할 수 없음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81928" y="246888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L을 낮춰 앵커 수를 늘린 민감도 분석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9923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표본의 허브 편향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73552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시 이웃 중 균일 추출 — 연결선수가 큰 노드를 자주 지남. paper 허브는 다의어이므로 긴 연쇄일수록 어휘 중의성을 따라갈 위험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00507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연결선수 보정 표본으로 재검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81928" y="299923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대조군 부재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81928" y="3273552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보고는 곡선의 절대 궤적. 실재하지 않는 연쇄 대비 비율로 보고해야 순위 하락이 연쇄의 성질인지 허브 효과인지 구별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81928" y="400507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matched control 대비 비율로 보고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53542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확률 눈금 미보정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809744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임베딩이 양성 1 대 음성 1로 학습되어 softmax 미보정. 순위 지표는 무관하나 PP는 영향받음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4126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음성 비율 1,000으로 올려 재학습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281928" y="453542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평탄화 시점 미추정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81928" y="4809744"/>
            <a:ext cx="5257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341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2008/2009 경계는 서술적 분할. 데이터에서 추정하려면 추세를 귀무가설에 둔 별도 절차 필요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554126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경계 전수 열거 + 블록 부트스트랩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10819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— notebooks/05_backbone_sequence_perplexity.ipynb (§1–8 본 분석, §9 앵커) · 산출물 — results/sequences/, results/tables/, results/figures/fig1·2·4·5·6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지속 개념 연쇄의 안정화 — 앵커 기반 비교</dc:title>
  <dc:subject>PptxGenJS Presentation</dc:subject>
  <dc:creator>황여경</dc:creator>
  <cp:lastModifiedBy>황여경</cp:lastModifiedBy>
  <cp:revision>1</cp:revision>
  <dcterms:created xsi:type="dcterms:W3CDTF">2026-08-31T04:51:05Z</dcterms:created>
  <dcterms:modified xsi:type="dcterms:W3CDTF">2026-08-31T04:51:05Z</dcterms:modified>
</cp:coreProperties>
</file>