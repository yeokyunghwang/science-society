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단계를 순서대로 설명한다: 백본 → 지속성 → 대상 선정 → perplexity.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density rule이 이 설계의 핵심 선택. 고정 α로는 두 코퍼스를 비교할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'개수'는 앵커를 고정한 뒤의 경로 수. 앵커 없이 전체 지속망의 경로 수는 훨씬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11개가 전부 software라는 사실을 결과보다 먼저 말해야 과대해석을 막을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후보를 그해 활성 개념으로 제한하는 것이 뒤의 지표 문제를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부호가 11/11로 같다는 사실이 CI보다 강한 증거다.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48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path perplexity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971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anchored comparison of concept chains in news and scientific papers, 1990–2023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349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황여경  ·  notebook 05  ·  disparity-filter backbone → edge persistence (L = 20) → anchor selection → path perplexity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절차</a:t>
            </a:r>
            <a:endParaRPr lang="en-US" sz="2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115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520440"/>
                <a:gridCol w="3200400"/>
                <a:gridCol w="21332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무엇을 하나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무엇이 나오나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산출 파일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Backbone extraction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연도별 가중 co-occurrence network에서 통계적으로 유의한 엣지만 남긴다 (disparity filter)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코퍼스 2개 × 34년 = 68개 백본 네트워크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backbone/{src}_{year}_edges.csv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Edge persistence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각 엣지가 백본에 연속으로 남아 있던 최장 구간을 잰다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엣지별 [run_start, run_end]. L = 20년 이상인 엣지만 남긴 persistent network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{src}_edge_persistence.csv.gz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Anchor selection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두 코퍼스를 같은 조건에서 비교하기 위한 대상을 고른다 — 양쪽 모두에서 지속인 엣지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12개 → 사용 가능 11개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(노트북 §4)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Path perplexity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앵커를 가운데 고정한 지속 경로를 코퍼스별로 뽑고, LexicalDySAT 임베딩으로 연도별 perplexity를 잰다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경로 × 연도 × 지표 3개의 점수표, 앵커별 평균과 궤적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anchor_all.csv, anchor_summary.csv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48056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개정에서 뺀 것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지속망 위 랜덤워크로 코퍼스마다 2,000개 시퀀스를 뽑아 비교하던 이전 분석. 두 코퍼스가 서로 다른 경로를 걸어 차이의 원인을 분리할 수 없었고, 표본이 허브로 편향되었다. 단계 3이 그것을 대체한다.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126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임베딩은 기존 LexicalDySAT [34 years × 29,312 concepts × 32 dims]를 재학습 없이 그대로 사용.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extraction — disparity filter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연도별 co-occurrence network는 엣지가 너무 많다 (paper 2023년 200만 개). 가중치 상위컷은 허브의 약한 엣지를 전부 남기고 주변부의 강한 엣지를 버린다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4708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disparity filter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엣지를 절대 가중치가 아니라 </a:t>
            </a:r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 끝 노드 각각의 관점에서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평가한다 (Serrano, Boguñá &amp; Vespignani 2009)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10911535" cy="1371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46888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p_ij = w_ij / s_i            (노드 i 의 총 가중치 s_i 중 엣지 ij 가 차지하는 몫)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1635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α_ij = (1 − p_ij)^(k_i − 1)   (i 의 가중치가 이웃 k_i 개에 무작위로 분배되었을 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072384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이만큼 편중된 몫이 나올 확률)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40156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무방향 네트워크이므로 양쪽에서 각각 계산해 OR rule 적용 —  min(α_ij, α_ji)  가 작으면 남긴다.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840480"/>
            <a:ext cx="1091153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임계를 고정하지 않는 이유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코퍼스·연도마다 밀도가 달라 같은 α가 전혀 다른 밀도의 백본을 만든다 → 비교 불가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343400"/>
            <a:ext cx="1091153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대신 density rule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매년 |E| = 3N 개를 남긴다 (N = 그해 활성 노드 수). 평균 연결선수가 6으로 고정되어 연도·코퍼스 간 비교가 성립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846320"/>
            <a:ext cx="1091153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연결성 보수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최대 신장나무(MST)를 합집합. 남는 엣지의 14–19%가 이 보수분이며, 이후 지속성 계산에서는 제외한다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126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노트북 05 §1 · 산출물 data/processed/backbone/{src}_{year}_edges.csv (mst_only 플래그 포함)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 결과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만들어진 백본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91640"/>
                <a:gridCol w="1691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연도별 범위 (34년)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활성 개념 수  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1,538 – 7,560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12,577 – 18,200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 네트워크 엣지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14,386 – 440,774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397,177 – 2,009,483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백본 엣지 (MST 포함)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5,261 – 26,328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43,806 – 65,007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잔존율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– 32.1%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 – 9.5%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대응 α (중앙값)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평균 연결선수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 – 7.0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 – 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 커버리지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최대 성분 비중 (MST 후)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 – 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949440" y="1371600"/>
            <a:ext cx="459943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필터가 실제로 일하고 있나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같은 엣지 수의 단순 가중치 상위컷과 Jaccard 0.58–0.71 — 엣지의 30~40%가 다르다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404872"/>
            <a:ext cx="459943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구현 대조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aekpalakorn/python-backbone-network는 적분값은 일치하나 무방향 엣지에 OR rule을 적용하지 않는다 (양 끝을 돌며 α를 덮어써 노드 순서에 의존). 이 데이터에서 min(α_ij, α_ji)와 일치한 엣지는 83.0%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3438144"/>
            <a:ext cx="459943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뉴스 쪽 교란 요인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잔존 가중치 비중이 48.4–67.8%로 흔들리고 (sd 0.037) 그해 엣지 밀도와 −0.52로 상관. paper는 52.0–56.4% (sd 0.010)로 안정. 뉴스 백본의 연도 간 비교는 이 흔들림을 감안해야 한다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4471416"/>
            <a:ext cx="459943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1991은 이상치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노드 1,538 · 엣지 14,386 — 1990년(2,260 · 40,084), 1992년(2,306 · 38,797)과 크게 다르다. 수집 아티팩트로 보이며 별도 취급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26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results/tables/backbone_summary.csv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persistence — 무엇을 '지속'으로 볼 것인가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존재 판정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엣지가 그 해 백본 </a:t>
            </a:r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본체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 있으면 그 해 존재한 것으로 본다. MST 보수분(mst_only = 1)은 연결성을 위해 넣은 것이지 유의한 엣지가 아니므로 제외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38528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엣지마다 34년 존재 벡터를 만들고 그 중 </a:t>
            </a:r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최장 연속 구간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[run_start, run_end]과 그 길이 longest_run을 기록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0545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임계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 = 20년. 34년 중 20년 이상 끊기지 않고 백본에 남은 엣지만 이후 분석에 쓴다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00400"/>
          <a:ext cx="50292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280160"/>
                <a:gridCol w="1280160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임계 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지속 엣지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지속 엣지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34년 (전 기간)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59.3×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22219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= 20 지속망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 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엣지 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연결선수 중앙값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연결선수 최대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774  (automation)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1,621  (control (management))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507492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news의 지속망은 automation 하나가 863개 노드 중 774개와 연결된 </a:t>
            </a:r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별 모양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이고, 연결선수 중앙값이 1이다. paper의 지속망은 4,379개 노드가 중앙값 3으로 고르게 얽혀 있다. 임계를 34년으로 올리면 격차가 10.7배에서 59.3배로 벌어진다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6126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results/tables/{news,paper}_edge_persistence.csv.gz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 계속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path — 사슬 전체가 같은 기간 살아 있어야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10911535" cy="86868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481328"/>
            <a:ext cx="10362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사슬  v₁ – v₂ – … – v_K  가 persistent  ⟺   ⋂ᵢ [run_startᵢ , run_endᵢ]  의 길이 ≥ 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810512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K−1개 엣지의 지속 구간을 </a:t>
            </a:r>
            <a:pPr indent="0" marL="0">
              <a:buNone/>
            </a:pPr>
            <a:r>
              <a:rPr lang="en-US" sz="1150" b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교집합</a:t>
            </a:r>
            <a:pPr indent="0" marL="0">
              <a:buNone/>
            </a:pPr>
            <a:r>
              <a:rPr lang="en-US" sz="11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한다. 엣지가 각각 오래 살아 있는 것만으로는 부족하다.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교집합인가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사슬을 하나의 대상으로 보기 때문. 앞부분이 1990년대에, 뒷부분이 2010년대에 살아 있었다면 그 사슬이 통째로 존재한 적은 없다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1091153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2377440"/>
                <a:gridCol w="1554480"/>
                <a:gridCol w="2011680"/>
                <a:gridCol w="14932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엣지 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엣지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각 엣지 지속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구간 교집합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예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robot–control  1990–2015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control–power  1998–2023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26년 / 26년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1998–2015 = 18년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= 20 미달 → 탈락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예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robot–control  1990–2023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control–power  1998–2023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34년 / 26년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 = 26년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채택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434840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 경로는 몇 개인가</a:t>
            </a:r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단계 3에서 고른 앵커를 가운데 두는 K=6 경로를 전수 세어 보면 news 776,000–1,453,000개, paper는 200만 개 이상 (2,000,000에서 계수 중단). 전수 채점은 불가능하므로 앵커·코퍼스당 500개를 표본추출한다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09320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표본의 성격</a:t>
            </a:r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확장할 때 조건을 만족하는 이웃 중에서 균일 추출한다. 경로 전체에 대한 균일 표본은 아니며, 연결선수가 큰 노드를 자주 지난다 (→ 한계 3)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6126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6, 8 두 길이를 병기해 길이 민감도를 확인한다.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selection — 비교 대상을 어떻게 골랐나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두 코퍼스가 각자 자기 경로를 걸으면 궤적 차이가 </a:t>
            </a:r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영역 때문인지 경로 때문인지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구분되지 않는다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4708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 되는 해법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두 지속망의 합집합으로 '공통 그래프'를 만드는 것 — 한쪽에 실제로 없는 엣지를 걷게 된다. 폐기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22576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쓴 해법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관계 </a:t>
            </a:r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하나만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공유시키고 나머지 자리는 각 코퍼스가 자기 지속망에서 채우게 한다. 모든 경로가 그 코퍼스의 실제 지속 경로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953512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958084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926080"/>
            <a:ext cx="5650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정의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3154680"/>
            <a:ext cx="5650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양쪽 코퍼스 모두에서 longest_run ≥ 20년인 엣지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529584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534156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3502152"/>
            <a:ext cx="5650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위치 고정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3730752"/>
            <a:ext cx="5650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한가운데.  K=6 → · · A B · ·      K=8 → · · · A B · · ·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105656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110228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4078224"/>
            <a:ext cx="5650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양방향 확장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4306824"/>
            <a:ext cx="5650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양옆으로 K//2 − 1칸씩. 각 코퍼스는 자기 지속망의 이웃만 사용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681728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6863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4654296"/>
            <a:ext cx="5650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구간 조건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882896"/>
            <a:ext cx="5650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칸 뻗을 때마다 지속 구간 교집합을 갱신하고 ≥ 20년인 이웃 중에서만 고름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5257800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5262372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5230368"/>
            <a:ext cx="5650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표본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5458968"/>
            <a:ext cx="5650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· 코퍼스 · K 당 서로 다른 경로 500개 (seed = 100 + 앵커 번호)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95160" y="2926080"/>
            <a:ext cx="4553712" cy="1371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269480" y="30906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— 앵커 12개, 사용 11개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7269480" y="340156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지속망이 공유하는 개념은 111개인데, 그 사이에서 양쪽 모두 20년 이상 지속되는 관계는 12개뿐. 이것이 두 영역이 공유하는 지속 구조의 전부다.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995160" y="4434840"/>
            <a:ext cx="4553712" cy="146304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269480" y="45902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제외 1개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7269480" y="4901184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imaging – tomography — news 지속망에서 tomography의 연결선수가 1이고 그 유일한 이웃이 앵커 자신이다. 가운데 고정 경로를 만들 수 없어 K=6·8 모두 0개. paper는 500개가 나오지만 짝이 없으므로 양쪽에서 함께 제외.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 결과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고른 앵커 12개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635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788920"/>
                <a:gridCol w="1371600"/>
                <a:gridCol w="1371600"/>
                <a:gridCol w="17190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지속 구간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지속 구간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K=6 경로 (news / paper)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– software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1,244,435 / &gt;2,000,000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– software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&gt;2,000,000 / &gt;2,000,000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collection – software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1997–2023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1,170,106 / &gt;2,000,000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processing – software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1,165,468 / &gt;2,000,000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– software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1991–2023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1,453,480 / &gt;2,000,000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imaging – software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1997–2019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1,164,722 / &gt;2,000,000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imaging – tomography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1993–2023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&gt;2,000,000   → 제외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management – software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1995–2023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1,175,558 / &gt;2,000,000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systems design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775,647 / &gt;2,000,000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usability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1994–2023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1,165,468 / &gt;2,000,000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user interface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1992–2023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1,222,974 / &gt;2,000,000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visualization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1,165,468 / &gt;2,000,000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641080" y="1371600"/>
            <a:ext cx="290779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사용 가능한 앵커 11개가 </a:t>
            </a:r>
            <a:pPr indent="0" marL="0">
              <a:lnSpc>
                <a:spcPts val="1562"/>
              </a:lnSpc>
              <a:buNone/>
            </a:pPr>
            <a:r>
              <a:rPr lang="en-US" sz="110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모두 software를 한쪽 끝으로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갖는다. 두 영역이 공유하는 지속 관계는 사실상 software 하나의 이웃이다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2697480"/>
            <a:ext cx="290779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함의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이 결과는 “두 영역의 공통 지속 구조 전체”에 대한 것이지, 임의의 주제 영역으로 일반화되지 않는다 (→ 한계 2)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4023360"/>
            <a:ext cx="290779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수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앵커당 10⁶ 규모. 500개 표본은 population의 약 0.04%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126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수는 앵커를 가운데 고정한 K=6 지속 경로의 전수. 2,000,000에서 계수를 중단했다.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perplexity — 무엇을 계산하나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묻는 것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연도 t의 임베딩에게 경로를 한 칸씩 물어본다 — “v₁…v_k 를 봤을 때, 다음이 v_{k+1} 일 확률은?”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4708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기존 LexicalDySAT [34 × 29,312 × 32]. 시간축 attention에 causal mask가 걸려 있어 연도 t의 표현은 t 이전만 참조한다. </a:t>
            </a:r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재학습 없음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10911535" cy="169164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5420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    c_k  =  Σ_{i ≤ k}  w_i · z_{v_i , t}        w_i ∝ λ^(k−i),   λ = 0.5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2608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      s(u)  =  c_k · z_{u , t}                     u ∈ 그해 활성 개념, 방문한 노드 제외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1012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        p(v_{k+1} | v₁…v_k)  =  softmax_u  s(u)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694176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perplexity  PP  =  exp( − (1/(K−1)) Σ_k log p(v_{k+1} | v₁…v_k) )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251960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perplexity다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조건이 앞선 개념들로만 이루어져 연쇄법칙이 성립한다. BERT식 pseudo-perplexity가 아니다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709160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내적을 쓰는 이유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모형 학습에 실제로 쓰인 연산이다. 새 점수 함수를 도입하지 않는다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166360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양방향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무방향 네트워크이므로 정방향·역방향을 각각 계산해 기하평균. 한 방향만 쓰면 시작점 선택이 결과에 남는다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623560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0.5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사슬에서 가까운 개념에 더 큰 가중. 한 칸 멀어질 때마다 가중치가 절반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 계속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3개와 신뢰구간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1153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834640"/>
                <a:gridCol w="68424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성격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exp( −평균 log p 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스텝당 몇 지선다만큼 헷갈렸나. 후보집합이 커지면 확률이 희석되어 기계적으로 올라간다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진짜 다음 개념이 후보 중 몇 등인가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서열만 사용. 임베딩의 확률 눈금 보정에 영향받지 않는다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rank_norm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÷ 그해 활성 개념 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코퍼스 간 비교를 위한 정규화. 분모가 커지면 기계적으로 내려간다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301752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개를 병기하는 이유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후보집합 크기가 코퍼스마다·연도마다 다르다 (news 1,538→7,560, paper 12,577→18,200). PP와 rank_norm은 이 변화에 </a:t>
            </a:r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반대 방향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으로 반응하므로, 둘의 방향이 갈리면 그 자체가 정보다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6118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 신뢰구간 (clustered)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050792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4055364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4023360"/>
            <a:ext cx="5559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안에서 평균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024128" y="4251960"/>
            <a:ext cx="5559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하나의 경로 500개를 평균 → 앵커 · 연도 값 하나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0080" y="4690872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4695444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4663440"/>
            <a:ext cx="5559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앵커를 표본 단위로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4892040"/>
            <a:ext cx="5559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11개 앵커 값으로 평균 · SD · 95% CI (t분포, df = 10)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0" y="4023360"/>
            <a:ext cx="4599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이렇게 하나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같은 앵커를 공유하는 500개 경로는 독립이 아니다 — 가운데 두 자리가 동일하고 이웃도 크게 겹친다. 경로 5,500개를 표본으로 세면 CI가 실제보다 훨씬 좁아진다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4800600"/>
            <a:ext cx="4599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기울기도 같은 방식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앵커마다 2009–2023 로그 회귀로 기울기를 낸 뒤, 11개 앵커로 평균과 CI를 만든다. 두 코퍼스 비교는 앵커를 짝으로 쓴 대응표본 검정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6126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= ['pp', 'rank', 'rank_norm'] · 노트북 §7 · results/sequences/anchor_summary.csv, anchor_slopes.csv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평균 궤적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구한 것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361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11개 × 코퍼스 2개 × 500 경로 × 34년의 rank_norm을 앵커 안에서 평균한 뒤, 11개 앵커의 평균과 95% CI (K = 6)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6858000" cy="19110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986784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 = 앵커 평균, 띠 = 앵커 수준 95% CI, 로그 축 · 1990–92는 causal mask 때문에 참조할 과거가 거의 없는 warm-up 구간이라 해석하지 않는다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462272"/>
          <a:ext cx="6858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56032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rank_norm (%)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 평균 [95% CI]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 평균 [95% CI]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20.11  [17.79, 22.42]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9.17  [7.33, 11.01]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  [3.52, 5.09]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  [2.53, 3.82]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2.71  [2.20, 3.23]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  [1.71, 2.67]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2.27  [1.79, 2.75]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  [1.67, 2.61]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1.94  [1.60, 2.28]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2.12  [1.63, 2.60]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1.78  [1.49, 2.06]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  [1.61, 2.57]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818120" y="12984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나온 것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1554480"/>
            <a:ext cx="373075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출발점이 다르다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1990년 news 20.1%, paper 9.2%. 뉴스 경로가 두 배 이상 흩어진 상태에서 시작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2514600"/>
            <a:ext cx="373075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paper는 멈춘다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2010년 2.19% → 2023년 2.09%. 13년 동안 0.10%p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3474720"/>
            <a:ext cx="373075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news는 계속 내려간다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같은 기간 2.71% → 1.78%. 0.93%p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818120" y="4434840"/>
            <a:ext cx="373075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2016년 교차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이후 역전. 2023년 news 1.78% &lt; paper 2.09%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26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1990년 n = 10, 1991년 n = 4 — 그해 앵커가 아직 활성이 아닌 경우가 있다. 1992년 이후는 11개 전부.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앵커별 후기 기울기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구한 것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3619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앵커마다 2009–2023 rank_norm의 로그 회귀 기울기(%/년)를 코퍼스별로 낸 뒤, 같은 앵커끼리 짝지어 news − paper 차를 검정 (paired t, n = 11)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5852160" cy="34930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55955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앵커마다 한 칸 · 선 = 그 앵커 500개 경로의 평균, 띠 = 경로 간 사분위 범위 · 세로축 rank_norm (%) 로그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2984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나온 것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554480"/>
          <a:ext cx="4645152" cy="914400"/>
        </p:xfrm>
        <a:graphic>
          <a:graphicData uri="http://schemas.openxmlformats.org/drawingml/2006/table">
            <a:tbl>
              <a:tblPr/>
              <a:tblGrid>
                <a:gridCol w="2267712"/>
                <a:gridCol w="1188720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2009–2023 기울기 (%/년)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K=6   PP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+0.20 ± 0.27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−0.33 ± 0.40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K=6   rank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−0.66 ± 0.48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−0.22 ± 0.33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K=6   rank_norm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−2.88 ± 0.48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 ± 0.33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K=8   rank_norm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−3.13 ± 0.42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−0.51 ± 0.24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903720" y="292608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11개의 평균 ± 95% CI (t, df = 10)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3200400"/>
          <a:ext cx="4645152" cy="914400"/>
        </p:xfrm>
        <a:graphic>
          <a:graphicData uri="http://schemas.openxmlformats.org/drawingml/2006/table">
            <a:tbl>
              <a:tblPr/>
              <a:tblGrid>
                <a:gridCol w="2267712"/>
                <a:gridCol w="822960"/>
                <a:gridCol w="8229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앵커별 rank_norm 기울기 (K=6)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차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imaging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systems design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management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processing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user interface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visualization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collection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usability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6903720" y="5532120"/>
            <a:ext cx="4645152" cy="60350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7086600" y="560527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− paper = −2.38 %/년  [−2.82, −1.95]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7086600" y="584301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11/11 앵커에서 부호 동일 · t(10) = −12.2 · p &lt; 0.0001 · K=8에서 −2.62 [−3.05, −2.18]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간 불일치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구한 것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361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지표 각각에 대해 같은 대응표본 검정을 반복하고, 부호가 일치하는 앵커 수를 함께 센다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280160"/>
                <a:gridCol w="1097280"/>
                <a:gridCol w="1280160"/>
                <a:gridCol w="1097280"/>
                <a:gridCol w="3047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− paper 차 (대응표본, n = 11)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K=6 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K=8 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news가 더 음수인 앵커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(부호 반대)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/ 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rank_norm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/ 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34290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나온 것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703320"/>
            <a:ext cx="10911535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PP와 순위 지표가 반대 방향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PP는 news가 더 나빠지는 쪽(+), 순위 지표는 news가 더 좋아지는 쪽(−)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297680"/>
            <a:ext cx="10911535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후보집합 크기가 다른 속도로 자란다. news 활성 개념 6,004 → 7,560 (+25.9%), paper 17,403 → 18,111 (+4.1%). 후보가 늘면 PP는 확률 희석으로 올라가고 rank_norm은 분모 증가로 내려간다 — 두 편향이 서로 반대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892040"/>
            <a:ext cx="10911535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앵커가 답한 것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경로를 고정한 뒤에도 이 불일치가 그대로 남았다. 따라서 원인은 “두 코퍼스가 다른 경로를 걷기 때문”이 아니라 후보집합 성장 그 자체다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486400"/>
            <a:ext cx="10911535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보수적인 읽기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정규화가 필요 없는 raw rank에서도 news가 paper보다 후기에 더 움직인다 (K=6 p = 0.048, K=8 p = 0.007). </a:t>
            </a:r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 정규화 선택에 기대지 않는 결론이다. 다만 −2.38 %/년이라는 </a:t>
            </a:r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크기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는 후보집합 증가분을 포함하므로 그대로 인용하면 안 된다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126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활성 개념 수는 각 코퍼스 그해 백본의 노드 수 (results/sequences/anchor_all.csv의 n_active).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4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예시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구한 것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3619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앵커·코퍼스별로 2023년 rank_norm이 가장 낮은(가장 굳은) 경로. 가운데 두 자리는 설계상 항상 앵커이므로 두 코퍼스가 다른 것은 나머지 네 자리뿐이다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1051560"/>
                <a:gridCol w="3108960"/>
                <a:gridCol w="2103120"/>
                <a:gridCol w="408096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rank_norm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앞 두 자리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(고정)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뒤 두 자리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alliances → advisors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automation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chief executive officers → information systems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(mathematics) → cluster analysis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automation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(biology) → point (geometry)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 → internet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medical imaging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→ wireless networks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(biology) → focus (optics)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medical imaging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segmentation → pattern recognition (psychology)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industry → executives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visualization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→ trademarks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 (computer-aided design) → function (biology)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visualization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(physics) → image (mathematics)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→ financial services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interoperability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alliances → research &amp; development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identification (biology) → object (grammar)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interoperability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(networking) → set (abstract data type)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45720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나온 것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590288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news가 채우는 자리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alliances, advisors, chief executive officers, acquisitions &amp; mergers, customer services, executives, stock exchanges — 기업·경영 담론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974336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paper가 채우는 자리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image (mathematics), function (biology), point (geometry), cluster analysis, pattern recognition (psychology) — 추상적 방법 어휘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358384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읽는 방법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같은 관계를 공유하면서 그 관계를 둘러싸는 어휘가 갈린다. 단계 3에서 본 구조 층위의 분리가 어휘 층위에서도 나타난다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742432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paper 쪽 이웃은 WoS 주제어의 다의어(point, function, image, class, key)가 지배한다. 어휘 자체의 성질이므로 질적으로 인용할 때 반드시 고지해야 한다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126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11 앵커 × 코퍼스별 2개 = 44개 경로 — results/sequences/anchor_examples.csv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583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층위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669280" y="16916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8595360" y="16916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2996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075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얼마나 많은 관계가 20년 이상 지속되나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20482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 엣지 2,155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95360" y="2048256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22,997   (10.7×)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8833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형태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27340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지속망이 어떻게 생겼나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270662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중심 별 모양, 연결선수 중앙값 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2706624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4,379 노드가 중앙값 3으로 얽힘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34670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33924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영역이 공유하는 지속 관계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12개 — 11개가 software의 이웃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3364992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0050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874520" y="40507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공유 관계를 지나는 경로가 언제 멈추나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402336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굳는 중  −2.88 %/년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0" y="4023360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2010년경 멈춤  −0.49 %/년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66344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어휘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874520" y="4709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관계를 둘러싸는 나머지 자리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46817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 · 경영 담론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95360" y="4681728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추상적 방법 어휘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50468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관계를 지나는 경로만 놓고 비교했을 때, 논문 쪽 개념 연쇄는 2010년경 이미 안정되었고 뉴스 쪽은 아직 안정되지 않았다.  앵커 11개 전부에서 같은 방향이며 (p &lt; 0.0001), 정규화가 필요 없는 raw rank에서도 방향은 유지된다.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정규화 미해결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PP와 rank_norm이 후보집합 성장에 반대 방향으로 반응한다. 방향은 raw rank로 확인되지만, 기울기의 크기를 두 코퍼스 간에 직접 비교할 수는 없다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configuration model 기댓값으로 나눈 지표 병기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281928" y="146304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앵커가 software 이웃에 갇힘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81928" y="1737360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 가능한 앵커 11개가 모두 software를 한쪽 끝으로 갖는다. 공유 지속 관계가 12개뿐이라 구조적으로 불가피하나, 다른 주제 영역으로 일반화할 수 없다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81928" y="246888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L을 낮춰 앵커 수를 늘린 민감도 분석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9923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표본이 균일하지 않음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73552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앵커당 경로가 10⁶ 규모인데 500개를 뽑는다. 확장 시 조건을 만족하는 이웃 중 균일 추출이므로 경로 전체에 대해서는 균일 표본이 아니고, 연결선수가 큰 노드를 자주 지난다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00507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연결선수 보정 표본으로 재검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81928" y="299923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대조군 부재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3273552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현재는 곡선의 절대 궤적을 보고한다. 실재하지 않는 연쇄(matched control) 대비 비율로 보고해야 순위 하락이 연쇄의 성질인지 허브 효과인지 구별된다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81928" y="400507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matched control 대비 비율로 보고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53542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확률 눈금 미보정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809744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임베딩이 양성 1 : 음성 1로 학습되어 softmax가 보정되어 있지 않다. 순위 지표는 무관하나 PP는 영향받는다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54126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음성 비율을 1,000으로 올려 재학습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281928" y="453542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평탄화 시점 미추정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81928" y="4809744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2008/2009 경계는 서술적 분할이다. 데이터에서 추정하려면 추세를 귀무가설에 둔 별도 절차가 필요하다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554126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경계 전수 열거 + 블록 부트스트랩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126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notebooks/05_backbone_sequence_perplexity.ipynb  ·  산출물 results/{tables,sequences,figures}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Persistent path perplexity — anchored comparison of news and papers</dc:title>
  <dc:subject>PptxGenJS Presentation</dc:subject>
  <dc:creator>황여경</dc:creator>
  <cp:lastModifiedBy>황여경</cp:lastModifiedBy>
  <cp:revision>1</cp:revision>
  <dcterms:created xsi:type="dcterms:W3CDTF">2026-08-31T05:51:57Z</dcterms:created>
  <dcterms:modified xsi:type="dcterms:W3CDTF">2026-08-31T05:51:57Z</dcterms:modified>
</cp:coreProperties>
</file>